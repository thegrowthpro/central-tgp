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Ya llegaste.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Ahora empieza lo bueno.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9E9E"/>
                </a:solidFill>
              </a:rPr>
              <a:t>Repaso SDR Junior · Sesión de la tarde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lenforti/Desktop/Escritorio - MacBook Air de Belen/Logos TGP/Diseño sin título (3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64592"/>
            <a:ext cx="640080" cy="210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hacemos hoy?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69748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344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651760" y="1307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94360" y="17099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</a:rPr>
              <a:t>Pilares TGP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22860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</a:rPr>
              <a:t>10 min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9272" y="1234440"/>
            <a:ext cx="269748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56432" y="1344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13832" y="1307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456432" y="17099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</a:rPr>
              <a:t>Glosario clave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456432" y="22860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</a:rPr>
              <a:t>10 min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81344" y="1234440"/>
            <a:ext cx="269748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18504" y="1344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375904" y="1307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318504" y="17099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</a:rPr>
              <a:t>Proceso de prospección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18504" y="22860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</a:rPr>
              <a:t>10 min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807208"/>
            <a:ext cx="269748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94360" y="2916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651760" y="28803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94360" y="328269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</a:rPr>
              <a:t>Bandejas + Paso a paso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94360" y="38587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</a:rPr>
              <a:t>25 min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319272" y="2807208"/>
            <a:ext cx="269748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456432" y="2916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513832" y="28803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456432" y="328269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</a:rPr>
              <a:t>Agendamiento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456432" y="38587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</a:rPr>
              <a:t>20 min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81344" y="2807208"/>
            <a:ext cx="269748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318504" y="2916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375904" y="28803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318504" y="328269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</a:rPr>
              <a:t>IA + Quiz + Accesos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318504" y="38587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</a:rPr>
              <a:t>15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931920" y="731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💬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fue lo que más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 llamó la atención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 onboarding?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E9E"/>
                </a:solidFill>
              </a:rPr>
              <a:t>Ronda abierta — todos participan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🏛️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Pilares TGP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600"/>
                </a:solidFill>
              </a:rPr>
              <a:t>❓  ANTES DE VER: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¿Cuáles son los 5 pilares TGP?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1.  ¿Cuántos son y cómo se llaman?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2.  ¿Qué significa el pilar de Comunicación en el día a día?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3.  ¿Cada cuánto hay que hacer push a cada prospecto?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4.  ¿Cuántos días mínimo hay que ir a la oficina?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Ronda oral — todos participan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lenforti/Desktop/Escritorio - MacBook Air de Belen/Logos TGP/Diseño sin título (3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64592"/>
            <a:ext cx="640080" cy="210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5 Pilares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47472" y="1005840"/>
            <a:ext cx="1554480" cy="3566160"/>
          </a:xfrm>
          <a:prstGeom prst="rect">
            <a:avLst/>
          </a:prstGeom>
          <a:solidFill>
            <a:srgbClr val="00C853"/>
          </a:solidFill>
          <a:ln w="6350">
            <a:solidFill>
              <a:srgbClr val="0095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32104" y="1207008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" y="12070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38912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Comunicación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13350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FFE8"/>
                </a:solidFill>
              </a:rPr>
              <a:t>Slack al día, sin mensajes sin leer. Grupos de clientes, equipo, RRHH y Manager.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993392" y="1005840"/>
            <a:ext cx="1554480" cy="35661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78024" y="1207008"/>
            <a:ext cx="585216" cy="58521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95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78024" y="12070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084832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Organización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103120" y="2468880"/>
            <a:ext cx="13350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4242"/>
                </a:solidFill>
              </a:rPr>
              <a:t>Actividades y horarios claros. Google Calendar actualizado siempre.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39312" y="1005840"/>
            <a:ext cx="1554480" cy="35661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123944" y="1207008"/>
            <a:ext cx="585216" cy="58521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95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23944" y="12070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730752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Presencialidad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749040" y="2468880"/>
            <a:ext cx="13350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4242"/>
                </a:solidFill>
              </a:rPr>
              <a:t>Asistencia a la oficina mínimo 2 veces a la semana.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285232" y="1005840"/>
            <a:ext cx="1554480" cy="35661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69864" y="1207008"/>
            <a:ext cx="585216" cy="58521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95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9864" y="12070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376672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Constancia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94960" y="2468880"/>
            <a:ext cx="13350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4242"/>
                </a:solidFill>
              </a:rPr>
              <a:t>Bandejas al día. Push mínimo 2 veces por semana a cada prospecto.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931152" y="1005840"/>
            <a:ext cx="1554480" cy="35661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415784" y="1207008"/>
            <a:ext cx="585216" cy="58521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95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15784" y="12070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022592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Responsabilidad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040880" y="2468880"/>
            <a:ext cx="13350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4242"/>
                </a:solidFill>
              </a:rPr>
              <a:t>Todas las reuniones, ausencias a tiempo, cumplir metas semanales.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📖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Clave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600"/>
                </a:solidFill>
              </a:rPr>
              <a:t>❓  ANTES DE VER: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¿Sabes qué significa cada uno?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1.  ¿Qué es un Prospecto? ¿Y un Cliente?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2.  ¿Qué es el ICP y para qué sirve?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3.  ¿Quién es el KDM?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4.  ¿Qué es un Push?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5.  ¿Qué es un No Show?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Ronda oral — todos participan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lenforti/Desktop/Escritorio - MacBook Air de Belen/Logos TGP/Diseño sin título (3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64592"/>
            <a:ext cx="640080" cy="210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9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Términos clave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0233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34440"/>
            <a:ext cx="64008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128930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Prospecto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792" y="160020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</a:rPr>
              <a:t>Potencial cliente al que contactamos para agendar reunión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234440"/>
            <a:ext cx="40233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234440"/>
            <a:ext cx="64008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28032" y="128930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Cliente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28032" y="160020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</a:rPr>
              <a:t>Empresa que nos contrata y dispone de ejecutivos para reuniones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057400"/>
            <a:ext cx="40233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057400"/>
            <a:ext cx="64008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1122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ICP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1792" y="242316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</a:rPr>
              <a:t>Ideal Customer Profile — Perfil de cliente ideal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2057400"/>
            <a:ext cx="40233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2057400"/>
            <a:ext cx="64008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28032" y="21122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KDM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28032" y="242316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</a:rPr>
              <a:t>Key Decision Maker — Tomador de decisión en la empresa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2880360"/>
            <a:ext cx="40233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880360"/>
            <a:ext cx="64008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" y="293522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B2B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1792" y="324612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</a:rPr>
              <a:t>Business to Business — Empresa que vende a otras empresas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2880360"/>
            <a:ext cx="40233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63440" y="2880360"/>
            <a:ext cx="64008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28032" y="293522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Push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28032" y="324612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</a:rPr>
              <a:t>Correo/llamado/WhatsApp de insistencia a un prospecto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3703320"/>
            <a:ext cx="40233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7200" y="3703320"/>
            <a:ext cx="64008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" y="37581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Call to Action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1792" y="406908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</a:rPr>
              <a:t>Frase que indica el siguiente paso: agendar, dar info, etc.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63440" y="3703320"/>
            <a:ext cx="40233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663440" y="3703320"/>
            <a:ext cx="64008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28032" y="37581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No Show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828032" y="406908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</a:rPr>
              <a:t>Prospecto que no se presenta a la reunión agendada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🔄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Proceso de Prospección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600"/>
                </a:solidFill>
              </a:rPr>
              <a:t>❓  ANTES DE VER: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¿Cómo funciona el proceso de prospección?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1.  ¿Quién define el ICP/KDM/Foco?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2.  ¿Quién arma la base de datos?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3.  ¿Quién envía las secuencias de correo?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4.  ¿Cuándo entra el SDR al proceso?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5.  ¿Qué hace el SDR Senior? ¿Y el CSR?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Ronda oral — todos participan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lenforti/Desktop/Escritorio - MacBook Air de Belen/Logos TGP/Diseño sin título (3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64592"/>
            <a:ext cx="640080" cy="210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12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proceso de prospección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82296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Cliente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1325880" y="1792224"/>
            <a:ext cx="9144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17320" y="1463040"/>
            <a:ext cx="82296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41732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Célula / Pod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240280" y="1792224"/>
            <a:ext cx="9144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31720" y="1463040"/>
            <a:ext cx="822960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33172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🗃️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33172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Base de datos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154680" y="1792224"/>
            <a:ext cx="9144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46120" y="1463040"/>
            <a:ext cx="822960" cy="658368"/>
          </a:xfrm>
          <a:prstGeom prst="rect">
            <a:avLst/>
          </a:prstGeom>
          <a:solidFill>
            <a:srgbClr val="00953D"/>
          </a:solidFill>
          <a:ln w="12700">
            <a:solidFill>
              <a:srgbClr val="0095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24612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24612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Secuencia correo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069080" y="1792224"/>
            <a:ext cx="9144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60520" y="1463040"/>
            <a:ext cx="822960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16052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16052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Respuesta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983480" y="1792224"/>
            <a:ext cx="9144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74920" y="1463040"/>
            <a:ext cx="822960" cy="6583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07492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07492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SDR (tú) ⭐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5897880" y="1792224"/>
            <a:ext cx="9144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89320" y="1463040"/>
            <a:ext cx="822960" cy="658368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98932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98932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Manager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812280" y="1792224"/>
            <a:ext cx="9144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903720" y="1463040"/>
            <a:ext cx="822960" cy="658368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90372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90372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IA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7726680" y="1792224"/>
            <a:ext cx="9144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818120" y="1463040"/>
            <a:ext cx="82296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81812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81812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CSR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020056" y="1408176"/>
            <a:ext cx="932688" cy="768096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FFD60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24242"/>
                </a:solidFill>
              </a:rPr>
              <a:t>Tu punto de entrada en el proceso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57200" y="3456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Tus 2 herramientas principales: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1371600" y="3822192"/>
            <a:ext cx="30175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1508760" y="38221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📧  Bandejas de correo electrónico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846320" y="3822192"/>
            <a:ext cx="30175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4983480" y="38221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📞  Base de datos con teléfonos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📧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Bandejas + Paso a Paso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9E9E"/>
                </a:solidFill>
              </a:rPr>
              <a:t>El corazón del trabajo diario.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600"/>
                </a:solidFill>
              </a:rPr>
              <a:t>❓  ANTES DE VER: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Secuencias de correo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1.  ¿Qué son las secuencias de correo?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2.  ¿Quién las envía?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3.  ¿A qué hora se mandan?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4.  ¿Qué hago si una secuencia no tiene respuesta?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5.  ¿Cuándo respondo o hago push?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Ronda oral — todos participan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lenforti/Desktop/Escritorio - MacBook Air de Belen/Logos TGP/Diseño sin título (3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64592"/>
            <a:ext cx="640080" cy="210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15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Secuencias de correo electrónico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61872"/>
            <a:ext cx="8321040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26187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280160" y="126187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1F20"/>
                </a:solidFill>
              </a:rPr>
              <a:t>Se envían automáticamente todos los días en diferentes horarios.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130552"/>
            <a:ext cx="8321040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13055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👀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80160" y="213055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1F20"/>
                </a:solidFill>
              </a:rPr>
              <a:t>Solo se responden cuando hay respuesta del prospecto.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999232"/>
            <a:ext cx="8321040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99923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280160" y="299923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1F20"/>
                </a:solidFill>
              </a:rPr>
              <a:t>Solo se hace push cuando hay respuesta del prospecto.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867912"/>
            <a:ext cx="832104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86791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280160" y="386791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1F20"/>
                </a:solidFill>
              </a:rPr>
              <a:t>Sin respuesta → Archivar. No etiquetar, no dejar en Recibidos.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772400" y="4032504"/>
            <a:ext cx="594360" cy="384048"/>
          </a:xfrm>
          <a:prstGeom prst="rect">
            <a:avLst/>
          </a:prstGeom>
          <a:solidFill>
            <a:srgbClr val="FFD600"/>
          </a:solidFill>
          <a:ln w="12700">
            <a:solidFill>
              <a:srgbClr val="E6C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403250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⬆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720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</a:rPr>
              <a:t>El botón de archivar ⬆ (resaltado) mueve el correo fuera de Recibidos sin etiqueta.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Ejemplos de secuencias</a:t>
            </a:r>
            <a:endParaRPr lang="en-US" sz="2600" dirty="0"/>
          </a:p>
        </p:txBody>
      </p:sp>
      <p:pic>
        <p:nvPicPr>
          <p:cNvPr id="4" name="Image 0" descr="/tmp/tgp_slide_imgs/capturas_1_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651760" cy="3474720"/>
          </a:xfrm>
          <a:prstGeom prst="rect">
            <a:avLst/>
          </a:prstGeom>
        </p:spPr>
      </p:pic>
      <p:pic>
        <p:nvPicPr>
          <p:cNvPr id="5" name="Image 1" descr="/tmp/tgp_slide_imgs/capturas_2_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143000"/>
            <a:ext cx="2651760" cy="3474720"/>
          </a:xfrm>
          <a:prstGeom prst="rect">
            <a:avLst/>
          </a:prstGeom>
        </p:spPr>
      </p:pic>
      <p:pic>
        <p:nvPicPr>
          <p:cNvPr id="6" name="Image 2" descr="/tmp/tgp_slide_imgs/capturas_3_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1143000"/>
            <a:ext cx="2651760" cy="34747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600"/>
                </a:solidFill>
              </a:rPr>
              <a:t>❓  ANTES DE VER: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etiquetas de correo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1.  ¿Cuántas etiquetas existen?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2.  ¿Cuándo usas 'PROCESO'?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3.  ¿Cuándo usas 'NO INTERESADO'?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4.  ¿Qué diferencia hay entre 'REAGENDAR' y 'PROCESO'?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5.  ¿Qué significa 'NO APLICA'?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Ronda oral — todos participan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lenforti/Desktop/Escritorio - MacBook Air de Belen/Logos TGP/Diseño sin título (3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64592"/>
            <a:ext cx="640080" cy="210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18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5 etiquetas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8321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07008"/>
            <a:ext cx="2103120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2070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INTERESADO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697480" y="12070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Prospecto perdido, no quiere saber más, imposible agendar.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11096"/>
            <a:ext cx="8321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911096"/>
            <a:ext cx="2103120" cy="5943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91109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PROCESO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697480" y="191109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Muestra interés. Hace dudas, "no soy el encargado", "escríbeme la próxima semana".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615184"/>
            <a:ext cx="8321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615184"/>
            <a:ext cx="210312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61518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AGENDADO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697480" y="261518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Se completaron los pasos del proceso de agendamiento.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319272"/>
            <a:ext cx="8321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319272"/>
            <a:ext cx="210312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3192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REAGENDAR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697480" y="331927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No Show. La reunión no se realizó y hay que buscar otro horario.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023360"/>
            <a:ext cx="8321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023360"/>
            <a:ext cx="210312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023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APLICA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697480" y="40233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El prospecto/empresa no cumple los parámetros del cliente. No se puede agendar.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600"/>
                </a:solidFill>
              </a:rPr>
              <a:t>❓  ANTES DE VER: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hago cuando un prospecto responde?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1.  ¿Cuál es el primer paso al recibir una respuesta?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2.  ¿Qué hago si el prospecto pone dudas del servicio?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3.  ¿Qué hago si dice 'no soy el encargado, habla con X'?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4.  ¿Qué pasa si dice que está de vacaciones?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5.  ¿Cuándo y cómo hago push?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Ronda oral — todos participan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 a paso — diagrama completo</a:t>
            </a:r>
            <a:endParaRPr lang="en-US" sz="2600" dirty="0"/>
          </a:p>
        </p:txBody>
      </p:sp>
      <p:pic>
        <p:nvPicPr>
          <p:cNvPr id="4" name="Image 0" descr="/tmp/diagrama_correos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8992"/>
            <a:ext cx="8321040" cy="3858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Barrido de la bandeja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</a:rPr>
              <a:t>Del primer correo al último — push uno por uno, sin saltear.</a:t>
            </a:r>
            <a:endParaRPr lang="en-US" sz="1400" dirty="0"/>
          </a:p>
        </p:txBody>
      </p:sp>
      <p:pic>
        <p:nvPicPr>
          <p:cNvPr id="5" name="Image 0" descr="/tmp/tgp_slide_imgs/barrido_1_imag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17320"/>
            <a:ext cx="649224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600"/>
                </a:solidFill>
              </a:rPr>
              <a:t>❓  ANTES DE VER: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Estructura del push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1.  ¿Cuáles son las partes de un push?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2.  ¿Qué va en el cuerpo del mensaje?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3.  ¿Cómo termina el push?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4.  ¿Cada cuánto se hace?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Ronda oral — todos participan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lenforti/Desktop/Escritorio - MacBook Air de Belen/Logos TGP/Diseño sin título (3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64592"/>
            <a:ext cx="640080" cy="210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23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Estructura del push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321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64008" cy="5943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280160"/>
            <a:ext cx="411480" cy="41148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Saludo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91840" y="118872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Breve y natural. Nombra al prospecto.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892808"/>
            <a:ext cx="8321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892808"/>
            <a:ext cx="64008" cy="5943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1984248"/>
            <a:ext cx="411480" cy="41148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18928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Frase amable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91840" y="189280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Toma algo de lo que dijo el prospecto en su último correo.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596896"/>
            <a:ext cx="8321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596896"/>
            <a:ext cx="64008" cy="5943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2688336"/>
            <a:ext cx="411480" cy="41148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88720" y="259689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Cuerpo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291840" y="259689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Lo que el prospecto quiere escuchar: beneficios en su empresa, solución a su problema.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3300984"/>
            <a:ext cx="8321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3300984"/>
            <a:ext cx="64008" cy="5943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" y="3392424"/>
            <a:ext cx="411480" cy="41148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88720" y="330098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Call to Action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291840" y="3300984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Frase directa que indica el siguiente paso. Ej: "¿Prefieres el martes o miércoles entre 10 y 13h?"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4005072"/>
            <a:ext cx="83210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7200" y="4005072"/>
            <a:ext cx="64008" cy="5943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8368" y="4096512"/>
            <a:ext cx="411480" cy="41148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8368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188720" y="40050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Despedida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291840" y="400507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Corta y amable.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600"/>
                </a:solidFill>
              </a:rPr>
              <a:t>❓  ANTES DE VER: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Llamado en tibio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1.  ¿Qué es un llamado en tibio?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2.  ¿En qué se diferencia del llamado en frío?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3.  ¿Cuándo se hace?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Ronda oral — todos participan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lenforti/Desktop/Escritorio - MacBook Air de Belen/Logos TGP/Diseño sin título (3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64592"/>
            <a:ext cx="640080" cy="210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25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Llamado en tibio 📞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70432"/>
            <a:ext cx="832104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70432"/>
            <a:ext cx="64008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17043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¿Qué es?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606040" y="1170432"/>
            <a:ext cx="6035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</a:rPr>
              <a:t>Contactar por teléfono a un prospecto con quien ya tuvimos conversación por correo. Ya nos conocen — no es en frío.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0848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</a:rPr>
              <a:t>¿Cuándo hacer llamado en tibio?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578608"/>
            <a:ext cx="40690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" y="2706624"/>
            <a:ext cx="402336" cy="40233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257860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</a:rPr>
              <a:t>Mostró interés y dejó de responder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2578608"/>
            <a:ext cx="40690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2706624"/>
            <a:ext cx="402336" cy="40233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94960" y="257860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</a:rPr>
              <a:t>Quieres agendar más rápido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401568"/>
            <a:ext cx="40690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3529584"/>
            <a:ext cx="402336" cy="40233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43000" y="340156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</a:rPr>
              <a:t>Ha costado coordinar una fecha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09160" y="3401568"/>
            <a:ext cx="40690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46320" y="3529584"/>
            <a:ext cx="402336" cy="40233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94960" y="340156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</a:rPr>
              <a:t>Quiere más información del servicio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4315968"/>
            <a:ext cx="8321040" cy="34747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3159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💡  SIEMPRE que aplique una de estas situaciones — no esperes.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📅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Agendamiento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9E9E"/>
                </a:solidFill>
              </a:rPr>
              <a:t>9 pasos. Todos importan.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600"/>
                </a:solidFill>
              </a:rPr>
              <a:t>❓  ANTES DE VER: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Proceso de agendamiento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1.  ¿Cuáles son los pasos del agendamiento? ¿Cuántos son?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2.  ¿A través de qué plataforma confirmas SIEMPRE la reunión?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3.  ¿Quién aprueba el agendamiento y cómo lo indica?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4.  ¿Cuántos recordatorios se programan y cuándo?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Ronda oral — todos participan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Proceso de agendamiento — diagrama completo</a:t>
            </a:r>
            <a:endParaRPr lang="en-US" sz="2400" dirty="0"/>
          </a:p>
        </p:txBody>
      </p:sp>
      <p:pic>
        <p:nvPicPr>
          <p:cNvPr id="4" name="Image 0" descr="/tmp/diagrama_agendamiento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841248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 3 — Agendar en App TGP + Canal Slack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53"/>
                </a:solidFill>
              </a:rPr>
              <a:t>Paso 4 — Aprobación del Manager</a:t>
            </a:r>
            <a:endParaRPr lang="en-US" sz="1600" dirty="0"/>
          </a:p>
        </p:txBody>
      </p:sp>
      <p:pic>
        <p:nvPicPr>
          <p:cNvPr id="5" name="Image 0" descr="/tmp/tgp_slide_imgs/aprobacion_1_imag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530352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371600"/>
            <a:ext cx="2926080" cy="15544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👍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943600" y="18745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El Manager aprueba reaccionando con un emoji en el mensaje del canal.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Sin esa reacción, la reunión no está confirmada.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97880" y="3017520"/>
            <a:ext cx="29260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3063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0"/>
                </a:solidFill>
              </a:rPr>
              <a:t>Formato del mensaje al canal: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0" y="33375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Empresa · Mail · Contacto · Cargo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Teléfono · Día y Hora · SDR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¿Es reagendamiento?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 5 — Detalle y contexto al cliente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</a:rPr>
              <a:t>WhatsApp del grupo de clientes o canal de Slack del pod</a:t>
            </a:r>
            <a:endParaRPr lang="en-US" sz="1400" dirty="0"/>
          </a:p>
        </p:txBody>
      </p:sp>
      <p:pic>
        <p:nvPicPr>
          <p:cNvPr id="5" name="Image 0" descr="/tmp/tgp_slide_imgs/detalle_1_imag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53312"/>
            <a:ext cx="4069080" cy="3566160"/>
          </a:xfrm>
          <a:prstGeom prst="rect">
            <a:avLst/>
          </a:prstGeom>
        </p:spPr>
      </p:pic>
      <p:pic>
        <p:nvPicPr>
          <p:cNvPr id="6" name="Image 1" descr="/tmp/tgp_slide_imgs/detalle_2_image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53312"/>
            <a:ext cx="4114800" cy="3566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 6 — Confirmación al prospecto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</a:rPr>
              <a:t>Correo de confirmación con la fecha, hora y link de la reunión.</a:t>
            </a:r>
            <a:endParaRPr lang="en-US" sz="1400" dirty="0"/>
          </a:p>
        </p:txBody>
      </p:sp>
      <p:pic>
        <p:nvPicPr>
          <p:cNvPr id="5" name="Image 0" descr="/tmp/tgp_slide_imgs/confirmacion_1_imag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353312"/>
            <a:ext cx="594360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 7 — Programar 2 recordatorios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53"/>
                </a:solidFill>
              </a:rPr>
              <a:t>Recordatorio 1: día anterior  ·  Recordatorio 2: mismo día de la reunión</a:t>
            </a:r>
            <a:endParaRPr lang="en-US" sz="1400" dirty="0"/>
          </a:p>
        </p:txBody>
      </p:sp>
      <p:pic>
        <p:nvPicPr>
          <p:cNvPr id="5" name="Image 0" descr="/tmp/tgp_slide_imgs/recordatorios_1_image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53312"/>
            <a:ext cx="4069080" cy="3566160"/>
          </a:xfrm>
          <a:prstGeom prst="rect">
            <a:avLst/>
          </a:prstGeom>
        </p:spPr>
      </p:pic>
      <p:pic>
        <p:nvPicPr>
          <p:cNvPr id="6" name="Image 1" descr="/tmp/tgp_slide_imgs/recordatorios_3_image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53312"/>
            <a:ext cx="4114800" cy="3566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 8 — Actualizar etiqueta → AGENDADO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</a:rPr>
              <a:t>Seleccionar correo → ícono etiqueta → marcar AGENDADO → Aplicar</a:t>
            </a:r>
            <a:endParaRPr lang="en-US" sz="1400" dirty="0"/>
          </a:p>
        </p:txBody>
      </p:sp>
      <p:pic>
        <p:nvPicPr>
          <p:cNvPr id="5" name="Image 0" descr="/tmp/tgp_slide_imgs/etiqueta_3_imag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53312"/>
            <a:ext cx="4023360" cy="1828800"/>
          </a:xfrm>
          <a:prstGeom prst="rect">
            <a:avLst/>
          </a:prstGeom>
        </p:spPr>
      </p:pic>
      <p:pic>
        <p:nvPicPr>
          <p:cNvPr id="6" name="Image 1" descr="/tmp/tgp_slide_imgs/etiqueta_1_image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53312"/>
            <a:ext cx="4023360" cy="1828800"/>
          </a:xfrm>
          <a:prstGeom prst="rect">
            <a:avLst/>
          </a:prstGeom>
        </p:spPr>
      </p:pic>
      <p:pic>
        <p:nvPicPr>
          <p:cNvPr id="7" name="Image 2" descr="/tmp/tgp_slide_imgs/etiqueta_2_image2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73552"/>
            <a:ext cx="4023360" cy="1828800"/>
          </a:xfrm>
          <a:prstGeom prst="rect">
            <a:avLst/>
          </a:prstGeom>
        </p:spPr>
      </p:pic>
      <p:pic>
        <p:nvPicPr>
          <p:cNvPr id="8" name="Image 3" descr="/tmp/tgp_slide_imgs/etiqueta_4_image2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273552"/>
            <a:ext cx="4023360" cy="18288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 9 — No Show + 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3840480" cy="3858768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</a:rPr>
              <a:t>🔔  Canal por pod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pod-nombre-noshow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347472" cy="3474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A la hora exacta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2128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La IA notifica al canal con: empresa, SDR, hora, link de Meet, teléfono.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761488"/>
            <a:ext cx="347472" cy="3474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6700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+4 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9626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Primera verificación. Si hay No Show: menciona @SDR y deja pantallazos de la sala de espera de Meet.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511296"/>
            <a:ext cx="347472" cy="3474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4198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+8 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7124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Segunda verificación con pantallazos.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261104"/>
            <a:ext cx="347472" cy="3474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41696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+15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44622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Verificación final. Todo queda registrado en App TGP (columna No Show).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572000"/>
            <a:ext cx="3840480" cy="347472"/>
          </a:xfrm>
          <a:prstGeom prst="rect">
            <a:avLst/>
          </a:prstGeom>
          <a:solidFill>
            <a:srgbClr val="00953D"/>
          </a:solidFill>
          <a:ln w="12700">
            <a:solidFill>
              <a:srgbClr val="0095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572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WhatsApp al prospecto 1h antes si tiene número.</a:t>
            </a:r>
            <a:endParaRPr lang="en-US" sz="1100" dirty="0"/>
          </a:p>
        </p:txBody>
      </p:sp>
      <p:pic>
        <p:nvPicPr>
          <p:cNvPr id="25" name="Image 0" descr="/tmp/tgp_slide_imgs/noshow_1_image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1024128"/>
            <a:ext cx="2103120" cy="3913632"/>
          </a:xfrm>
          <a:prstGeom prst="rect">
            <a:avLst/>
          </a:prstGeom>
        </p:spPr>
      </p:pic>
      <p:pic>
        <p:nvPicPr>
          <p:cNvPr id="26" name="Image 1" descr="/tmp/tgp_slide_imgs/noshow_2_image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024128"/>
            <a:ext cx="2148840" cy="39136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🤖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IA en TGP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600"/>
                </a:solidFill>
              </a:rPr>
              <a:t>❓  ANTES DE VER: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Etiquetas de IA en los correos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1.  ¿Qué etiquetas de IA pueden aparecer en un correo?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2.  ¿Qué indica 'AI_Thread'? ¿Qué hago cuando lo veo?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3.  ¿Qué hace la IA cuando etiqueta un correo como 'TGP Processed'?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DDDDD"/>
                </a:solidFill>
              </a:rPr>
              <a:t>4.  ¿Qué significa 'TGP Closed'?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Ronda oral — todos participan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lenforti/Desktop/Escritorio - MacBook Air de Belen/Logos TGP/Diseño sin título (3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64592"/>
            <a:ext cx="640080" cy="210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37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3 etiquetas de IA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8321040" cy="10241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34440"/>
            <a:ext cx="64008" cy="10241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TGP Processed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8368" y="170992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La IA procesó este correo. A veces genera borradores — revisarlos antes de enviar.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472184"/>
            <a:ext cx="242316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47218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Revisar borrador si existe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404872"/>
            <a:ext cx="8321040" cy="10241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404872"/>
            <a:ext cx="64008" cy="1024128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4963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0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AI_Thread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8368" y="28803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La IA está trabajando activamente en esta conversación ahora mismo.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2642616"/>
            <a:ext cx="2423160" cy="54864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26426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INTERFERIR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575304"/>
            <a:ext cx="8321040" cy="10241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575304"/>
            <a:ext cx="64008" cy="1024128"/>
          </a:xfrm>
          <a:prstGeom prst="rect">
            <a:avLst/>
          </a:prstGeom>
          <a:solidFill>
            <a:srgbClr val="00953D"/>
          </a:solidFill>
          <a:ln w="12700">
            <a:solidFill>
              <a:srgbClr val="0095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36667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TGP Closed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58368" y="40507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La IA cerró la conversación — se agendó o fue rechazada definitivamente.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17920" y="3813048"/>
            <a:ext cx="2423160" cy="548640"/>
          </a:xfrm>
          <a:prstGeom prst="rect">
            <a:avLst/>
          </a:prstGeom>
          <a:solidFill>
            <a:srgbClr val="00953D"/>
          </a:solidFill>
          <a:ln w="12700">
            <a:solidFill>
              <a:srgbClr val="0095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8130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Verificar en App TGP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🏆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Quiz Final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9E9E"/>
                </a:solidFill>
              </a:rPr>
              <a:t>¿Lo tienen? Vamos a comprobarlo.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53"/>
                </a:solidFill>
              </a:rPr>
              <a:t>🏆  QUIZ FINAL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321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FFFFF"/>
                </a:solidFill>
              </a:rPr>
              <a:t>1.  ¿Cuál es la diferencia entre un cliente y un prospecto?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FFFFF"/>
                </a:solidFill>
              </a:rPr>
              <a:t>2.  ¿Cuál es la regla principal de Slack?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FFFFF"/>
                </a:solidFill>
              </a:rPr>
              <a:t>3.  ¿Qué hago con las secuencias que no tienen respuesta?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FFFFF"/>
                </a:solidFill>
              </a:rPr>
              <a:t>4.  ¿Cuál es el rol del SDR Senior?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FFFFF"/>
                </a:solidFill>
              </a:rPr>
              <a:t>5.  ¿Cuál es el rol del CSR?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53"/>
                </a:solidFill>
              </a:rPr>
              <a:t>🏆  QUIZ FINAL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321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FFFFF"/>
                </a:solidFill>
              </a:rPr>
              <a:t>1.  ¿Qué hacer cuando llega un correo automático de 'fuera de la oficina'?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FFFFF"/>
                </a:solidFill>
              </a:rPr>
              <a:t>2.  ¿A través de qué plataforma confirmas SIEMPRE la reunión?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FFFFF"/>
                </a:solidFill>
              </a:rPr>
              <a:t>3.  ¿Qué pasa si no haces los 2 recordatorios?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FFFFF"/>
                </a:solidFill>
              </a:rPr>
              <a:t>4.  ¿Qué etiqueta de IA indica que NO debes tocar el correo?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FFFFF"/>
                </a:solidFill>
              </a:rPr>
              <a:t>5.  ¿Cuál es la importancia de agendar reuniones válidas?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⚡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Tus Herramientas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9E9E"/>
                </a:solidFill>
              </a:rPr>
              <a:t>Todo en un solo lugar.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lenforti/Desktop/Escritorio - MacBook Air de Belen/Logos TGP/Diseño sin título (3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64592"/>
            <a:ext cx="640080" cy="210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42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Tus 2 plataformas de trabajo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207008"/>
            <a:ext cx="4251960" cy="347472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32588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📊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02920" y="22860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Llamados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30175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Data histórica de agendamiento.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Seguimiento de tu actividad y resultados.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3977640"/>
            <a:ext cx="3977640" cy="5029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9776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Acceso desde Central TGP → Recursos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1207008"/>
            <a:ext cx="4251960" cy="347472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00600" y="132588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📱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4937760" y="22860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TGP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37760" y="30175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Plataforma de agendamiento.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Acá confirmas y registras todas las reuniones.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3977640"/>
            <a:ext cx="3977640" cy="5029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39776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Acceso desde Central TGP → Recursos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lenforti/Desktop/Escritorio - MacBook Air de Belen/Logos TGP/Diseño sin título (3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64592"/>
            <a:ext cx="640080" cy="210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43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 Central TGP — todo está ahí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E9E"/>
                </a:solidFill>
              </a:rPr>
              <a:t>thegrowthpro.github.io/central-tgp  ·  Entra con tu correo @thegrowth.pro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572768"/>
            <a:ext cx="260604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6928" y="1572768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170432" y="17007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Onboarding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20482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</a:rPr>
              <a:t>Tu proceso completo, día 1 a día 3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27832" y="1572768"/>
            <a:ext cx="260604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37560" y="1572768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941064" y="17007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Recursos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941064" y="20482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</a:rPr>
              <a:t>Bandejas · Llamado · Agendamiento · Apps y Kits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98464" y="1572768"/>
            <a:ext cx="260604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08192" y="1572768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711696" y="17007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RRHH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11696" y="20482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</a:rPr>
              <a:t>Ausencias, vacaciones, beneficios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2761488"/>
            <a:ext cx="260604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66928" y="2761488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1170432" y="288950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Dashboard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70432" y="32369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</a:rPr>
              <a:t>Métricas y seguimiento de actividad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27832" y="2761488"/>
            <a:ext cx="260604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337560" y="2761488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3941064" y="288950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App TGP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941064" y="32369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</a:rPr>
              <a:t>Agendamiento y registro de reuniones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998464" y="2761488"/>
            <a:ext cx="260604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108192" y="2761488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6711696" y="288950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</a:rPr>
              <a:t>Slack TGP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11696" y="32369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</a:rPr>
              <a:t>Canal del equipo, novedades y contacto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44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sigue?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32104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0700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61872" y="120700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Reunión con tu SDR Senior esta semana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32104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61872" y="201168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Primeras bandejas de correo asignadas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832104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163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61872" y="281635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Primera semana de actividad real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621024"/>
            <a:ext cx="832104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2102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61872" y="3621024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Metas semanales — las coordinás con tu Manager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TGP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Bienvenido al equipo.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Ahora a ejecutar.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9E9E"/>
                </a:solidFill>
              </a:rPr>
              <a:t>¿Preguntas finales?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0" y="4828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Repaso SDR Junior — TGP</dc:title>
  <dc:subject>PptxGenJS Presentation</dc:subject>
  <dc:creator>PptxGenJS</dc:creator>
  <cp:lastModifiedBy>PptxGenJS</cp:lastModifiedBy>
  <cp:revision>1</cp:revision>
  <dcterms:created xsi:type="dcterms:W3CDTF">2026-06-22T17:49:12Z</dcterms:created>
  <dcterms:modified xsi:type="dcterms:W3CDTF">2026-06-22T17:49:12Z</dcterms:modified>
</cp:coreProperties>
</file>